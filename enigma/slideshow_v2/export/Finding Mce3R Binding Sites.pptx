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682399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750" b="1" spc="-56" kern="0" dirty="0">
                <a:solidFill>
                  <a:srgbClr val="1D3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99 bp motif clusters — ABC, DEF, HXG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857250" y="3009900"/>
            <a:ext cx="662523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1276350" y="1962150"/>
            <a:ext cx="640489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bp motif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occurs three times; each occurrence is one of three suspected binding clusters in the collaborator's annotated schematic.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7250" y="3924300"/>
            <a:ext cx="662523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1276350" y="3152775"/>
            <a:ext cx="64048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highlight>
                  <a:srgbClr val="E9F9F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 </a:t>
            </a:r>
            <a:pPr algn="l" indent="0" marL="0">
              <a:lnSpc>
                <a:spcPct val="136000"/>
              </a:lnSpc>
              <a:buNone/>
            </a:pPr>
            <a:r>
              <a:rPr lang="en-US" sz="1800" i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mce3R–yrbE3A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proximal (near </a:t>
            </a:r>
            <a:pPr algn="l" indent="0" marL="0">
              <a:lnSpc>
                <a:spcPct val="136000"/>
              </a:lnSpc>
              <a:buNone/>
            </a:pPr>
            <a:r>
              <a:rPr lang="en-US" sz="1800" i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mce3R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99 bp at </a:t>
            </a:r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238 (+)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D3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2.3 × 10⁻⁴⁴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sub-sites A, B, C.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7250" y="5143500"/>
            <a:ext cx="662523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4067175"/>
            <a:ext cx="640489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highlight>
                  <a:srgbClr val="E9F9F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l" indent="0" marL="0">
              <a:lnSpc>
                <a:spcPct val="136000"/>
              </a:lnSpc>
              <a:buNone/>
            </a:pPr>
            <a:r>
              <a:rPr lang="en-US" sz="1800" i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mce3R–yrbE3A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distal (near </a:t>
            </a:r>
            <a:pPr algn="l" indent="0" marL="0">
              <a:lnSpc>
                <a:spcPct val="136000"/>
              </a:lnSpc>
              <a:buNone/>
            </a:pPr>
            <a:r>
              <a:rPr lang="en-US" sz="1800" i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yrbE3A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99 bp at </a:t>
            </a:r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684 (+)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D3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1.6 × 10⁻⁴⁵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contains the </a:t>
            </a:r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bp core at 100% identity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sites D, E, 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7250" y="6057900"/>
            <a:ext cx="662523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5286375"/>
            <a:ext cx="64048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highlight>
                  <a:srgbClr val="E9F9F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HXG </a:t>
            </a:r>
            <a:pPr algn="l" indent="0" marL="0">
              <a:lnSpc>
                <a:spcPct val="136000"/>
              </a:lnSpc>
              <a:buNone/>
            </a:pPr>
            <a:r>
              <a:rPr lang="en-US" sz="1800" i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echA13–Rv1936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minus strand: 99 bp at </a:t>
            </a:r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62 (−)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D3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4.2 × 10⁻⁴⁵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sub-sites H, X, 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6350" y="6200775"/>
            <a:ext cx="640489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sub-site core matches a published instance exactly ( </a:t>
            </a:r>
            <a:pPr algn="l" indent="0" marL="0">
              <a:lnSpc>
                <a:spcPct val="136000"/>
              </a:lnSpc>
              <a:buNone/>
            </a:pPr>
            <a:r>
              <a:rPr lang="en-US" sz="1800" b="1" dirty="0">
                <a:solidFill>
                  <a:srgbClr val="1D3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mismatches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equivalence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D3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 = D = F = rcH = rcG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D3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D = X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11023" y="571500"/>
            <a:ext cx="6224439" cy="92391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476250"/>
            <a:ext cx="1707070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D3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analyses converge on the same region</a:t>
            </a:r>
            <a:endParaRPr lang="en-US" sz="4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8255" y="1304925"/>
            <a:ext cx="7151340" cy="320307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3512" y="4679603"/>
            <a:ext cx="3520976" cy="5226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2026-05-19T02:53:10Z</dcterms:created>
  <dcterms:modified xsi:type="dcterms:W3CDTF">2026-05-19T02:53:10Z</dcterms:modified>
</cp:coreProperties>
</file>